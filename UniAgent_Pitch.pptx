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HACKATHON PITCH  •  RESPONSIVE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UniAgent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for University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chatbot. A platform where admins create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purpose-specific AI agents that act on real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731520"/>
            <a:ext cx="246888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1188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DB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Team: Keerthivarman &amp; Yogesh  |  Stack: Django · React · PostgreSQL · Gemini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University management today is broken.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Siloed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Attendance, exams, faculty, courses — all in separate tools. No unified intelligence.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1148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Rigid Chatbots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429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Existing AI tools give text answers. They don't actually DO anything in the database.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41148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Slow Response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2103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Admins waste hours on repetitive queries. No natural language interface to real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No Customization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429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One-size-fits-all tools. Each college has unique workflows that can't be configured.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Result: Wasted time, delayed decisions, frustrated administrators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UniAgent — A Platform, Not Just a Chatbot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Admins type a purpose → AI generates a custom agent → Agent performs REAL database 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92024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 Types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14600" y="2011680"/>
            <a:ext cx="19202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Generates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19202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Calls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DB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12280" y="2011680"/>
            <a:ext cx="19202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651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Any Custom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Type any purpose, get a working AI agent in 3 seconds. No developer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651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Real DB 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6118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Enrolls students, records marks, schedules exams. Not just text answers.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2651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Hard Domain Walls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Each agent is technically restricted to its domain. Can't cross boundaries.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PS: Actionable AI Agents for College / University Management  •  Responsive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 SPECIALIZED AI AGENTS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👨‍🎓  Student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Tools: Enroll, Search, Update, Delete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97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Attendance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Tools: Track, Flag Low, Mark Present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9748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05840"/>
            <a:ext cx="2697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👨‍🏫  Faculty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Tools: Add Faculty, Assign Subjects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269748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2697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889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Exam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Tools: Schedule, Record Marks, Top Students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9748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2697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7889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 Course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Tools: Create, List, Manage Courses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788920"/>
            <a:ext cx="269748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788920"/>
            <a:ext cx="2697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7889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Analytics Agent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291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Tools: Pass Stats, Dept Performance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Each agent has HARD technical boundaries — domain-locked tools, not just prompt instructions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685800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React.js + Vite + TailwindCSS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8580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Django REST Framework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Backend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6858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31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1.5 Flash  +  LangChain Memory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AI Engine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68580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17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Registry  →  6 Domain Tool 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Tool Calling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68580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703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 —  Students, Faculty, Courses, Attendance,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914400"/>
            <a:ext cx="155448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914400"/>
            <a:ext cx="1554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50
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students
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12
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courses
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6
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agents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Gemini native Tool Calling  •  LangChain Conversation Memory  •  Domain-locked agents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WE WIN  —  6 UNFAIR ADVANTAGES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Platform, Not Chatbot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Admin types a purpose → working agent in 3 sec. Competitors hardcode fixed bots.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Conversation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3258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LangChain remembers last 10 messages. "Filter above 8 GPA" knows the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41148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4884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2240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Real DB Actions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560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Actually enrolls students in PostgreSQL. Not just text. Verifiable live updates.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4114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57800" y="2240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Hard Domain Walls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560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Technical tool restriction per agent. Attendance agent CANNOT call student tools.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83280"/>
            <a:ext cx="4114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8328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724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Auto Agent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794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Gemini writes the system prompt and config. Zero developer effort per agent.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83280"/>
            <a:ext cx="41148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8328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5780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Visible Reasoning Trace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794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UI shows which tool was called + params. Judges see the agent thinking live.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LIVE DEMO  —  5 WOW MOMENTS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79552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326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→  Type: "manage hostel fee records"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1615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New agent created in 3 seconds — no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5029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1691640"/>
            <a:ext cx="79552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70992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→  Student Agent: "show all CSE students"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99339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Table of 17 real students from PostgreSQL appears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5029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688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79552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487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→  Same chat: "now filter above 8 GPA"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77063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Remembers CSE context — LangChain memory 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5029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461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246120"/>
            <a:ext cx="79552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2644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→  Attendance Agent: "enroll a student"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54787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Refuses: "Outside my scope" — hard boundary proven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5029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233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4023360"/>
            <a:ext cx="79552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0416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→  "Enroll Rahul Sharma CSE year 2"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2511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Rahul appears in next query — live DB update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IMPACT &amp; FUTURE SCALE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Colleges in India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that need this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∞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 institution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&lt; 3s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Agent creation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Developers needed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 create agents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ROADMAP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10058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3017520"/>
            <a:ext cx="731520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0175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6 Agents · PostgreSQL · Gemini Tool Calling · React 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10058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66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63040" y="3566160"/>
            <a:ext cx="731520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566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RAG Policy Agent · Multi-college · Role-based access · Mobile app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10058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14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63040" y="4114800"/>
            <a:ext cx="731520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114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SaaS platform · API marketplace · 100+ agent templates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</a:rPr>
              <a:t>Every university. Every workflow. One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UniAgent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The Operating System for University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Built in 24 hours  •  Django + React + PostgreSQL + Gemini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200400"/>
            <a:ext cx="4572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200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Let's Build the Future of Education Together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Team: Keerthivarman  &amp;  Yogesh  |  Responsive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UniAgent - Industry Mentor Pitch</dc:title>
  <dc:subject>PptxGenJS Presentation</dc:subject>
  <dc:creator>PptxGenJS</dc:creator>
  <cp:lastModifiedBy>PptxGenJS</cp:lastModifiedBy>
  <cp:revision>1</cp:revision>
  <dcterms:created xsi:type="dcterms:W3CDTF">2026-03-12T23:40:11Z</dcterms:created>
  <dcterms:modified xsi:type="dcterms:W3CDTF">2026-03-12T23:40:11Z</dcterms:modified>
</cp:coreProperties>
</file>